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800" dirty="0" b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Project Presentation of CO-OP Project at Industry (Module-2) 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Diabetes Prediction Using Machine Learning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Tanya Batra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Roll No: 2210990907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tanya907.be22@chitkara.edu.in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Vanshika Kohli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Roll No: 2210990948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vanshika948.be22@chitkara.edu.in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dirty="0">
              <a:latin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Department of Computer Science and Engineering,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Chitkara University, Punjab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Diabetes mellitus is a global health crisis affecting 463 million people (2019), projected to reach 629 million by 2045.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 2 diabetes accounts for ~90% of all cases; linked to obesity, physical inactivity, and aging.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India, the disease burden is enormous and growing — making early detection a public health emergency.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Standard diagnostics (HbA1c, Fasting Plasma Glucose) are reactive — they confirm disease after onset.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(ML) can identify high-risk patients before clinical thresholds are crossed.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study trains and compares 5 ML classifiers on 100,001 patient records for diabetes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Evaluate 5 supervised classifiers: Logistic Regression, Decision Tree, Random Forest, Naive Bayes, and KNN.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a large, realistic dataset (100,001 records) unlike most prior studies that use only 768 records (PIDD).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Report full confusion matrices and per-class metrics — not just overall accuracy.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Pearson correlation analysis to identify the most predictive clinical features.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Discuss clinical relevance, computational cost, class imbalance, and deployment constraints.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Compare results against 10 prior studies to place our findings in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Kaggle Diabetes Prediction Dataset: 100,001 records, 8 features, 1 binary label (diabetic/non-diabetic).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Features: gender, age (0.08–80 yrs), hypertension, heart disease, smoking history, BMI, HbA1c, blood glucose.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imbalance: 91,482 non-diabetic (91.5%) vs. 8,500 diabetic (8.5%) — reflects real-world prevalence.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missing values confirmed via df.isnull().sum().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StandardScaler applied to 4 continuous features (age, BMI, HbA1c, blood glucose) — zero mean, unit variance.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Stratified 70:30 train-test split: 69,987 training / 29,995 test instances.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Logistic Regression: uses sigmoid function on weighted feature sum; linear decision boundary.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Decision Tree: binary splits using Gini impurity; highly interpretable — clinicians can trace each decision.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Forest: ensemble of trees trained on random data subsets; majority vote; robust to class imbalance.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Naive Bayes: applies Bayes' theorem with feature independence assumption; fast but may be less accurate.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K-Nearest Neighbours (k=5): classifies by majority vote of 5 nearest training points; lazy learner.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 scaling (StandardScaler) is critical for KNN and Logistic Regression to prevent distance bias.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Blood glucose (r=0.42) and HbA1c (r=0.40) are the two strongest predictors of diabetes — matching clinical standards.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 (r=0.26) and BMI (r=0.21) are next — both well-established risk factors for Type 2 diabetes.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Hypertension (r=0.20) and heart disease (r=0.17) show small but notable correlations.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Smoking history is nearly uncorrelated (r=0.003) — likely due to loss of information in binary encoding.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 distribution is skewed toward elderly patients (age=80 appears in 5,621 records).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BMI outliers up to 95.69 and blood glucose up to 300 mg/dL were observed — likely real clinical extremes.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Forest: Accuracy 96.80%, Precision 0.93, Recall 0.87, Macro F1 0.90 — best overall performance.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Logistic Regression: Accuracy 95.94%, Macro F1 0.85 — strong second; but missed 949/2,495 diabetic cases (recall 0.62).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Decision Tree: Accuracy 95.16% — best diabetic recall (0.73); caught 1,813 diabetic patients vs. 1,546 by LR.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Naive Bayes: Accuracy 93.10%, Macro F1 0.78 — weakest performer; independence assumption violated.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KNN (k=5): Accuracy 94.50%, Macro F1 0.82 — middle ground; computationally expensive at scale.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insight: Overall accuracy alone is misleading — a 17 pt gap in diabetic recall exists between LR and DT.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 excels due to diversity of trees — individual errors cancel out in majority voting.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Logistic Regression's linear boundary struggles with class imbalance (11:1 ratio) — biases toward majority.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Decision Tree without pruning finds deep feature pockets that LR misses, improving minority-class recall.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Naive Bayes fails due to correlated features (blood glucose, HbA1c, BMI) — independence assumption is wrong.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clinical screening: lowering decision threshold to 0.3 would increase true positives at cost of false positives.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cost: LR/NB fastest; RF suitable for batch; KNN impractical at scale without KD-Trees.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Prior Work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Islam et al. (99.35%) and Ramesh et al. (99.35%) used RF on small/real-time datasets — high accuracy on small data may reflect overfitting.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Nadesh et al. (98.16%) used Deep NN on 768-instance UCI PIDD — small dataset raises generalization concerns.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Miazi et al. (90.26%) deployed deep learning in a cloud-based mobile app — only study to test real deployment.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Our LR result (95.94%) outperforms some deep learning approaches (Khanam &amp; Foo: 88.6%, Miazi: 90.26%).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Our RF (96.80%) is lower than 99%+ figures but our dataset is 130x larger — generalization is better assured.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Unique contribution: per-class metrics reported for all 5 models under identical experimental conditions.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Work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imbalance not addressed with SMOTE — future work could improve diabetic recall by 10–20 percentage points.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Default hyperparameters used throughout — hyperparameter tuning (grid/random search) could further boost performance.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 has age skew (many records at age=80) and binary smoking encoding — potential biases not fully quantified.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Fairness concerns: 58.6% male records; models may underperform for younger female patients.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directions: XGBoost, LightGBM, deep learning (MLP with dropout), SHAP explainability.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Long-term: integrate with EHR and continuous glucose monitoring for real-time, longitudinal risk monitoring.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 achieved the best results: 96.80% accuracy and Macro F1 of 0.90 on 100,001 patient records.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Blood glucose and HbA1c confirmed as the strongest predictors — aligning with clinical diagnostic criteria.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Decision Tree achieved best diabetic recall (0.73) despite lower overall accuracy — critical for screening tools.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Choice of evaluation metric matters: aggregate accuracy hid a 17-point gap in minority-class recall.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imbalance (8.5% diabetic) is the most significant challenge; SMOTE is the clearest next step.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study provides a robust, honest baseline for future clinical ML work in diabetes prediction.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Islam et al. (2020) — Random Forest on real-time dataset, 99.35% accuracy. ICCCNT, IEEE.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Ahamed et al. (2022) — LightGBM on PIDD+Survey, 95.20%. Applied Computational Intelligence.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Nadeem et al. (2021) — SVM+ANN fusion on NHANES+PIDD, 94.67%. Healthcare, MDPI.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Nadesh &amp; Arivuselvan (2020) — Deep NN on UCI PIDD, 98.16%. Int. J. Cognitive Computing.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Yuan et al. (2023) — STACK-GRAPE ensemble for incomplete data, AUC 0.803. ML &amp; Knowledge Extraction.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Khanam &amp; Foo (2021) — Comparison of classifiers on PIDD; 2-layer NN at 88.6%. ICT Express.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Miazi et al. (2021) — Cloud-based deep learning app for Type II diabetes, 90.26%. ACMI, IEEE.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  <a:lnSpc>
                <a:spcPct val="130000"/>
              </a:lnSpc>
              <a:spcBef>
                <a:spcPts val="3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American Diabetes Association (2021) — Standards of Medical Care in Diabetes. Diabetes Care, Vol.44.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34701</TotalTime>
  <Words>44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isha</cp:lastModifiedBy>
  <cp:revision>2300</cp:revision>
  <dcterms:created xsi:type="dcterms:W3CDTF">2010-04-09T07:36:15Z</dcterms:created>
  <dcterms:modified xsi:type="dcterms:W3CDTF">2026-04-28T05:25:30Z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